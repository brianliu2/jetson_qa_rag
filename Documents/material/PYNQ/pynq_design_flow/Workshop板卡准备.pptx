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022" r:id="rId1"/>
    <p:sldMasterId id="2147484063" r:id="rId2"/>
  </p:sldMasterIdLst>
  <p:notesMasterIdLst>
    <p:notesMasterId r:id="rId4"/>
  </p:notesMasterIdLst>
  <p:handoutMasterIdLst>
    <p:handoutMasterId r:id="rId5"/>
  </p:handoutMasterIdLst>
  <p:sldIdLst>
    <p:sldId id="1166" r:id="rId3"/>
  </p:sldIdLst>
  <p:sldSz cx="9144000" cy="6858000" type="screen4x3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836">
          <p15:clr>
            <a:srgbClr val="A4A3A4"/>
          </p15:clr>
        </p15:guide>
        <p15:guide id="3" pos="2882">
          <p15:clr>
            <a:srgbClr val="A4A3A4"/>
          </p15:clr>
        </p15:guide>
        <p15:guide id="4" pos="2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作者" initials="A" lastIdx="0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FFFFFF"/>
    <a:srgbClr val="D9DA56"/>
    <a:srgbClr val="00446A"/>
    <a:srgbClr val="000000"/>
    <a:srgbClr val="E0E0E0"/>
    <a:srgbClr val="888888"/>
    <a:srgbClr val="8B8D09"/>
    <a:srgbClr val="C4C6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6695" autoAdjust="0"/>
  </p:normalViewPr>
  <p:slideViewPr>
    <p:cSldViewPr snapToGrid="0" showGuides="1">
      <p:cViewPr varScale="1">
        <p:scale>
          <a:sx n="72" d="100"/>
          <a:sy n="72" d="100"/>
        </p:scale>
        <p:origin x="1344" y="66"/>
      </p:cViewPr>
      <p:guideLst>
        <p:guide orient="horz" pos="2160"/>
        <p:guide orient="horz" pos="836"/>
        <p:guide pos="2882"/>
        <p:guide pos="2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30" d="100"/>
          <a:sy n="130" d="100"/>
        </p:scale>
        <p:origin x="1613" y="-159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736" y="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/>
          <a:lstStyle>
            <a:lvl1pPr algn="r">
              <a:defRPr sz="1200"/>
            </a:lvl1pPr>
          </a:lstStyle>
          <a:p>
            <a:fld id="{3603A3DC-285A-48EF-A6A9-13284B292DDB}" type="datetimeFigureOut">
              <a:rPr lang="en-US" smtClean="0"/>
              <a:pPr/>
              <a:t>5/26/2018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66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736" y="883066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 anchor="b"/>
          <a:lstStyle>
            <a:lvl1pPr algn="r">
              <a:defRPr sz="1200"/>
            </a:lvl1pPr>
          </a:lstStyle>
          <a:p>
            <a:fld id="{31C9CEC6-6AD2-4F32-A6B2-F8D8783008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692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8144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6" tIns="46608" rIns="93216" bIns="46608" numCol="1" anchor="t" anchorCtr="0" compatLnSpc="1">
            <a:prstTxWarp prst="textNoShape">
              <a:avLst/>
            </a:prstTxWarp>
          </a:bodyPr>
          <a:lstStyle>
            <a:lvl1pPr algn="l" defTabSz="932326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736" y="1"/>
            <a:ext cx="3038144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6" tIns="46608" rIns="93216" bIns="46608" numCol="1" anchor="t" anchorCtr="0" compatLnSpc="1">
            <a:prstTxWarp prst="textNoShape">
              <a:avLst/>
            </a:prstTxWarp>
          </a:bodyPr>
          <a:lstStyle>
            <a:lvl1pPr algn="r" defTabSz="932326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717675" y="392113"/>
            <a:ext cx="3241675" cy="243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40197" y="3080704"/>
            <a:ext cx="6338400" cy="5964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6" tIns="46608" rIns="93216" bIns="466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0661"/>
            <a:ext cx="3038144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6" tIns="46608" rIns="93216" bIns="46608" numCol="1" anchor="b" anchorCtr="0" compatLnSpc="1">
            <a:prstTxWarp prst="textNoShape">
              <a:avLst/>
            </a:prstTxWarp>
          </a:bodyPr>
          <a:lstStyle>
            <a:lvl1pPr algn="l" defTabSz="932326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3422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979" t="1" b="-144"/>
          <a:stretch/>
        </p:blipFill>
        <p:spPr>
          <a:xfrm>
            <a:off x="-12032" y="-39908"/>
            <a:ext cx="9156032" cy="45618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45" y="5031551"/>
            <a:ext cx="2210850" cy="707473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 bwMode="auto">
          <a:xfrm>
            <a:off x="2963168" y="5031552"/>
            <a:ext cx="0" cy="669638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/>
          <p:cNvSpPr/>
          <p:nvPr userDrawn="1"/>
        </p:nvSpPr>
        <p:spPr bwMode="auto">
          <a:xfrm flipV="1">
            <a:off x="0" y="4476194"/>
            <a:ext cx="9144000" cy="27432"/>
          </a:xfrm>
          <a:prstGeom prst="rect">
            <a:avLst/>
          </a:prstGeom>
          <a:solidFill>
            <a:srgbClr val="C0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27742" y="5055935"/>
            <a:ext cx="5916258" cy="53035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647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16" y="2297152"/>
            <a:ext cx="9155017" cy="2051824"/>
          </a:xfrm>
          <a:prstGeom prst="rect">
            <a:avLst/>
          </a:prstGeom>
        </p:spPr>
      </p:pic>
      <p:sp>
        <p:nvSpPr>
          <p:cNvPr id="7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dirty="0">
              <a:solidFill>
                <a:srgbClr val="000000"/>
              </a:solidFill>
            </a:endParaRPr>
          </a:p>
        </p:txBody>
      </p:sp>
      <p:pic>
        <p:nvPicPr>
          <p:cNvPr id="9" name="Picture 8" descr="All_Programmable_Text_FINAL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34634" y="6623976"/>
            <a:ext cx="3084852" cy="15726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 bwMode="auto">
          <a:xfrm flipV="1">
            <a:off x="-11016" y="2297152"/>
            <a:ext cx="111378" cy="2051824"/>
          </a:xfrm>
          <a:prstGeom prst="rect">
            <a:avLst/>
          </a:prstGeom>
          <a:solidFill>
            <a:srgbClr val="FF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ChangeAspect="1"/>
          </p:cNvSpPr>
          <p:nvPr userDrawn="1"/>
        </p:nvSpPr>
        <p:spPr bwMode="auto">
          <a:xfrm>
            <a:off x="134" y="0"/>
            <a:ext cx="9143867" cy="323385"/>
          </a:xfrm>
          <a:prstGeom prst="rect">
            <a:avLst/>
          </a:prstGeom>
          <a:solidFill>
            <a:schemeClr val="bg1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84736"/>
            <a:ext cx="8229600" cy="530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9855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0"/>
            <a:ext cx="8233646" cy="4268337"/>
          </a:xfrm>
          <a:prstGeom prst="rect">
            <a:avLst/>
          </a:prstGeom>
        </p:spPr>
        <p:txBody>
          <a:bodyPr/>
          <a:lstStyle>
            <a:lvl1pPr marL="290513" indent="-290513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000" b="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 sz="1400">
                <a:latin typeface="Calibri" panose="020F0502020204030204" pitchFamily="34" charset="0"/>
              </a:defRPr>
            </a:lvl2pPr>
            <a:lvl3pPr marL="682625" indent="-173038">
              <a:lnSpc>
                <a:spcPct val="110000"/>
              </a:lnSpc>
              <a:defRPr sz="1200">
                <a:latin typeface="Calibri" panose="020F0502020204030204" pitchFamily="34" charset="0"/>
              </a:defRPr>
            </a:lvl3pPr>
            <a:lvl4pPr marL="914400" indent="-173038">
              <a:lnSpc>
                <a:spcPct val="110000"/>
              </a:lnSpc>
              <a:buFont typeface="Arial" pitchFamily="34" charset="0"/>
              <a:buChar char="–"/>
              <a:defRPr sz="1400"/>
            </a:lvl4pPr>
            <a:lvl5pPr marL="1319213" indent="-3476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8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548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469834" y="160621"/>
            <a:ext cx="3904377" cy="5455861"/>
          </a:xfrm>
          <a:prstGeom prst="rect">
            <a:avLst/>
          </a:prstGeom>
          <a:solidFill>
            <a:schemeClr val="bg1">
              <a:lumMod val="85000"/>
              <a:alpha val="84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82026" y="5412030"/>
            <a:ext cx="3904377" cy="230486"/>
          </a:xfrm>
          <a:prstGeom prst="rect">
            <a:avLst/>
          </a:prstGeom>
          <a:solidFill>
            <a:srgbClr val="CF2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424" y="808433"/>
            <a:ext cx="1864581" cy="59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39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02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Abhinav\L&amp;T - PPT Design Guidelines\_Slides_Work\grid-01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777769"/>
            <a:ext cx="9144000" cy="5803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0" y="777769"/>
            <a:ext cx="9144000" cy="580361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endParaRPr lang="en-IN" sz="1350" dirty="0">
              <a:solidFill>
                <a:srgbClr val="FFFFFF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"/>
            <a:ext cx="85344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04800" y="889000"/>
            <a:ext cx="8534400" cy="5588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FontTx/>
              <a:buBlip>
                <a:blip r:embed="rId3"/>
              </a:buBlip>
            </a:pPr>
            <a:r>
              <a:rPr lang="en-US" dirty="0"/>
              <a:t>Click to edit Master text styles</a:t>
            </a:r>
          </a:p>
          <a:p>
            <a:pPr lvl="1">
              <a:buFontTx/>
              <a:buBlip>
                <a:blip r:embed="rId3"/>
              </a:buBlip>
            </a:pPr>
            <a:r>
              <a:rPr lang="en-US" dirty="0"/>
              <a:t>Second level</a:t>
            </a:r>
          </a:p>
          <a:p>
            <a:pPr lvl="2">
              <a:buFontTx/>
              <a:buBlip>
                <a:blip r:embed="rId3"/>
              </a:buBlip>
            </a:pPr>
            <a:r>
              <a:rPr lang="en-US" dirty="0"/>
              <a:t>Third level</a:t>
            </a:r>
          </a:p>
          <a:p>
            <a:pPr lvl="3">
              <a:buFontTx/>
              <a:buBlip>
                <a:blip r:embed="rId3"/>
              </a:buBlip>
            </a:pPr>
            <a:r>
              <a:rPr lang="en-US" dirty="0"/>
              <a:t>Fourth level</a:t>
            </a:r>
          </a:p>
          <a:p>
            <a:pPr lvl="4">
              <a:buFontTx/>
              <a:buBlip>
                <a:blip r:embed="rId3"/>
              </a:buBlip>
            </a:pPr>
            <a:r>
              <a:rPr lang="en-US" dirty="0"/>
              <a:t>Fifth level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249999" y="633677"/>
            <a:ext cx="8644004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83"/>
              <a:endParaRPr lang="en-IN" sz="1350" dirty="0">
                <a:solidFill>
                  <a:srgbClr val="FFFFFF"/>
                </a:solidFill>
              </a:endParaRPr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83"/>
              <a:endParaRPr lang="en-IN" sz="1350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555753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th_Grid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859247"/>
            <a:ext cx="9144001" cy="574765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6583686"/>
            <a:ext cx="9144000" cy="274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749"/>
            <a:endParaRPr lang="en-US" sz="14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"/>
            <a:ext cx="8534400" cy="673820"/>
          </a:xfrm>
        </p:spPr>
        <p:txBody>
          <a:bodyPr anchor="b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04800" y="889000"/>
            <a:ext cx="8534400" cy="558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250000" y="633677"/>
            <a:ext cx="8644004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 dirty="0"/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 dirty="0"/>
            </a:p>
          </p:txBody>
        </p:sp>
      </p:grpSp>
      <p:sp>
        <p:nvSpPr>
          <p:cNvPr id="13" name="TextBox 12"/>
          <p:cNvSpPr txBox="1"/>
          <p:nvPr userDrawn="1"/>
        </p:nvSpPr>
        <p:spPr>
          <a:xfrm>
            <a:off x="3151450" y="6581380"/>
            <a:ext cx="2863602" cy="207747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algn="ctr" defTabSz="685766">
              <a:defRPr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Restricted Circulation | L&amp;T Technology Services | © 2017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8578121" y="6581379"/>
            <a:ext cx="460947" cy="207747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 algn="r" defTabSz="685766"/>
            <a:fld id="{D1AD548E-8EA6-684F-9B89-4E9F5DC57BB8}" type="slidenum">
              <a:rPr 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685766"/>
              <a:t>‹#›</a:t>
            </a:fld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36453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  <a:t>5/26/2018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c" descr="© Copyright 2017 Xilinx&#10;."/>
          <p:cNvSpPr txBox="1"/>
          <p:nvPr userDrawn="1"/>
        </p:nvSpPr>
        <p:spPr>
          <a:xfrm>
            <a:off x="0" y="6596380"/>
            <a:ext cx="914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 b="0" i="0" u="none" baseline="0">
                <a:solidFill>
                  <a:srgbClr val="000000"/>
                </a:solidFill>
                <a:latin typeface="arial" panose="020B0604020202020204" pitchFamily="34" charset="0"/>
              </a:rPr>
              <a:t>© Copyright 2017 Xilinx</a:t>
            </a:r>
          </a:p>
          <a:p>
            <a:pPr algn="ctr"/>
            <a:r>
              <a:rPr lang="en-US" sz="300" b="0" i="0" u="none" baseline="0">
                <a:solidFill>
                  <a:srgbClr val="FFFFFF"/>
                </a:solidFill>
                <a:latin typeface="arial" panose="020B0604020202020204" pitchFamily="34" charset="0"/>
              </a:rPr>
              <a:t>.</a:t>
            </a:r>
            <a:endParaRPr lang="en-US" sz="300" b="0" i="0" u="non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49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  <a:t>5/26/2018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571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  <a:t>5/26/2018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55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  <a:t>5/26/2018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442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  <a:t>5/26/2018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070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  <a:t>5/26/2018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433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  <a:t>5/26/2018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165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  <a:t>5/26/2018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550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  <a:t>5/26/2018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366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  <a:t>5/26/2018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944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  <a:t>5/26/2018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502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 bwMode="auto">
          <a:xfrm>
            <a:off x="481262" y="0"/>
            <a:ext cx="8662737" cy="152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51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6" name="Picture 15" descr="All_Programmable_Text_FINAL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4634" y="6623976"/>
            <a:ext cx="3084852" cy="157267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auto">
          <a:xfrm>
            <a:off x="-1" y="0"/>
            <a:ext cx="481263" cy="152400"/>
          </a:xfrm>
          <a:prstGeom prst="rect">
            <a:avLst/>
          </a:prstGeom>
          <a:solidFill>
            <a:srgbClr val="FF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fc" descr="© Copyright 2017 Xilinx&#10;."/>
          <p:cNvSpPr txBox="1"/>
          <p:nvPr userDrawn="1"/>
        </p:nvSpPr>
        <p:spPr bwMode="auto">
          <a:xfrm>
            <a:off x="0" y="6571361"/>
            <a:ext cx="9144000" cy="31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228600" marR="0" indent="-22860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  <a:tabLst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Copyright 2017 Xilinx</a:t>
            </a:r>
          </a:p>
          <a:p>
            <a:pPr marL="228600" marR="0" indent="-22860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  <a:tabLst/>
            </a:pPr>
            <a:r>
              <a:rPr kumimoji="0" lang="en-US" sz="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endParaRPr kumimoji="0" lang="en-US" sz="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92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24" r:id="rId3"/>
    <p:sldLayoutId id="2147484025" r:id="rId4"/>
    <p:sldLayoutId id="2147484062" r:id="rId5"/>
    <p:sldLayoutId id="2147484076" r:id="rId6"/>
    <p:sldLayoutId id="2147484077" r:id="rId7"/>
  </p:sldLayoutIdLst>
  <p:hf hdr="0" ftr="0" dt="0"/>
  <p:txStyles>
    <p:titleStyle>
      <a:lvl1pPr algn="l" rtl="0" eaLnBrk="1" fontAlgn="base" hangingPunct="1">
        <a:lnSpc>
          <a:spcPct val="98000"/>
        </a:lnSpc>
        <a:spcBef>
          <a:spcPct val="0"/>
        </a:spcBef>
        <a:spcAft>
          <a:spcPct val="0"/>
        </a:spcAft>
        <a:defRPr lang="en-US" sz="3200" b="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9pPr>
    </p:titleStyle>
    <p:bodyStyle>
      <a:lvl1pPr marL="228600" indent="-2286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Clr>
          <a:schemeClr val="tx2"/>
        </a:buClr>
        <a:buSzPct val="88000"/>
        <a:buFont typeface="Wingdings" pitchFamily="2" charset="2"/>
        <a:buBlip>
          <a:blip r:embed="rId10"/>
        </a:buBlip>
        <a:defRPr lang="en-US" sz="2000" b="1" dirty="0" smtClean="0">
          <a:solidFill>
            <a:schemeClr val="accent4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lang="en-US" sz="1800" b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5663" indent="-169863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546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034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»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4606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178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3750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32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3603E-280A-4C1D-8157-C8E771FC15EE}" type="datetimeFigureOut">
              <a:rPr lang="en-US" smtClean="0"/>
              <a:t>5/26/2018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01C45-4643-49FB-9315-1BB9C05A0A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c" descr="© Copyright 2017 Xilinx&#10;."/>
          <p:cNvSpPr txBox="1"/>
          <p:nvPr userDrawn="1"/>
        </p:nvSpPr>
        <p:spPr>
          <a:xfrm>
            <a:off x="0" y="6596380"/>
            <a:ext cx="914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 b="0" i="0" u="none" baseline="0">
                <a:solidFill>
                  <a:srgbClr val="000000"/>
                </a:solidFill>
                <a:latin typeface="arial" panose="020B0604020202020204" pitchFamily="34" charset="0"/>
              </a:rPr>
              <a:t>© Copyright 2017 Xilinx</a:t>
            </a:r>
          </a:p>
          <a:p>
            <a:pPr algn="ctr"/>
            <a:r>
              <a:rPr lang="en-US" sz="300" b="0" i="0" u="none" baseline="0">
                <a:solidFill>
                  <a:srgbClr val="FFFFFF"/>
                </a:solidFill>
                <a:latin typeface="arial" panose="020B0604020202020204" pitchFamily="34" charset="0"/>
              </a:rPr>
              <a:t>.</a:t>
            </a:r>
            <a:endParaRPr lang="en-US" sz="300" b="0" i="0" u="non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356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4" r:id="rId1"/>
    <p:sldLayoutId id="2147484065" r:id="rId2"/>
    <p:sldLayoutId id="2147484066" r:id="rId3"/>
    <p:sldLayoutId id="2147484067" r:id="rId4"/>
    <p:sldLayoutId id="2147484068" r:id="rId5"/>
    <p:sldLayoutId id="2147484069" r:id="rId6"/>
    <p:sldLayoutId id="2147484070" r:id="rId7"/>
    <p:sldLayoutId id="2147484071" r:id="rId8"/>
    <p:sldLayoutId id="2147484072" r:id="rId9"/>
    <p:sldLayoutId id="2147484073" r:id="rId10"/>
    <p:sldLayoutId id="21474840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file:///\\LX00164\workshop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0C0BFD3-C65E-41ED-B76D-E16111C38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7150"/>
            <a:ext cx="8233646" cy="5023774"/>
          </a:xfrm>
        </p:spPr>
        <p:txBody>
          <a:bodyPr/>
          <a:lstStyle/>
          <a:p>
            <a:r>
              <a:rPr lang="zh-CN" altLang="en-US" dirty="0"/>
              <a:t>硬件</a:t>
            </a:r>
            <a:endParaRPr lang="en-US" altLang="zh-CN" dirty="0"/>
          </a:p>
          <a:p>
            <a:pPr lvl="1"/>
            <a:r>
              <a:rPr lang="en-US" altLang="zh-CN" dirty="0"/>
              <a:t>PYNQ</a:t>
            </a:r>
            <a:r>
              <a:rPr lang="zh-CN" altLang="en-US" dirty="0"/>
              <a:t>板卡 </a:t>
            </a:r>
            <a:r>
              <a:rPr lang="en-US" altLang="zh-CN" dirty="0"/>
              <a:t>* 1</a:t>
            </a:r>
          </a:p>
          <a:p>
            <a:pPr lvl="1"/>
            <a:r>
              <a:rPr lang="en-US" altLang="zh-CN" dirty="0"/>
              <a:t>8G</a:t>
            </a:r>
            <a:r>
              <a:rPr lang="zh-CN" altLang="en-US" dirty="0"/>
              <a:t>以上</a:t>
            </a:r>
            <a:r>
              <a:rPr lang="en-US" altLang="zh-CN" dirty="0"/>
              <a:t>SD</a:t>
            </a:r>
            <a:r>
              <a:rPr lang="zh-CN" altLang="en-US" dirty="0"/>
              <a:t>卡 * 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USB</a:t>
            </a:r>
            <a:r>
              <a:rPr lang="zh-CN" altLang="en-US" dirty="0"/>
              <a:t>数据线 * 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网线 * 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软件</a:t>
            </a:r>
            <a:endParaRPr lang="en-US" altLang="zh-CN" dirty="0"/>
          </a:p>
          <a:p>
            <a:pPr lvl="1"/>
            <a:r>
              <a:rPr lang="en-US" altLang="zh-CN" dirty="0"/>
              <a:t>Putty </a:t>
            </a:r>
            <a:r>
              <a:rPr lang="zh-CN" altLang="en-US" dirty="0"/>
              <a:t>（必有，</a:t>
            </a:r>
            <a:r>
              <a:rPr lang="en-US" altLang="zh-CN" dirty="0"/>
              <a:t>PC</a:t>
            </a:r>
            <a:r>
              <a:rPr lang="zh-CN" altLang="en-US" dirty="0"/>
              <a:t>通过</a:t>
            </a:r>
            <a:r>
              <a:rPr lang="en-US" altLang="zh-CN" dirty="0"/>
              <a:t>SSH</a:t>
            </a:r>
            <a:r>
              <a:rPr lang="zh-CN" altLang="en-US" dirty="0"/>
              <a:t>连接板载</a:t>
            </a:r>
            <a:r>
              <a:rPr lang="en-US" altLang="zh-CN" dirty="0" err="1"/>
              <a:t>linux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Chrome</a:t>
            </a:r>
            <a:r>
              <a:rPr lang="zh-CN" altLang="en-US" dirty="0"/>
              <a:t>浏览器（必有，</a:t>
            </a:r>
            <a:r>
              <a:rPr lang="en-US" altLang="zh-CN" dirty="0"/>
              <a:t>PC</a:t>
            </a:r>
            <a:r>
              <a:rPr lang="zh-CN" altLang="en-US" dirty="0"/>
              <a:t>通过浏览器查看</a:t>
            </a:r>
            <a:r>
              <a:rPr lang="en-US" altLang="zh-CN" dirty="0" err="1"/>
              <a:t>jupyter</a:t>
            </a:r>
            <a:r>
              <a:rPr lang="en-US" altLang="zh-CN" dirty="0"/>
              <a:t> notebook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Workshop</a:t>
            </a:r>
            <a:r>
              <a:rPr lang="zh-CN" altLang="en-US" dirty="0"/>
              <a:t>实验材料</a:t>
            </a:r>
            <a:endParaRPr lang="en-US" altLang="zh-CN" dirty="0"/>
          </a:p>
          <a:p>
            <a:pPr lvl="1"/>
            <a:r>
              <a:rPr lang="en-US" altLang="zh-CN" dirty="0">
                <a:hlinkClick r:id="rId2" action="ppaction://hlinkfile"/>
              </a:rPr>
              <a:t>\\LX00164\workshop</a:t>
            </a:r>
            <a:r>
              <a:rPr lang="en-US" altLang="zh-CN" dirty="0"/>
              <a:t> </a:t>
            </a:r>
            <a:r>
              <a:rPr lang="zh-CN" altLang="en-US" dirty="0"/>
              <a:t>共享文件夹</a:t>
            </a:r>
            <a:endParaRPr lang="en-US" altLang="zh-CN" dirty="0"/>
          </a:p>
          <a:p>
            <a:r>
              <a:rPr lang="en-US" altLang="zh-CN" dirty="0"/>
              <a:t>BNN-PYNQ</a:t>
            </a:r>
            <a:r>
              <a:rPr lang="zh-CN" altLang="en-US" dirty="0"/>
              <a:t>包安装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root</a:t>
            </a:r>
            <a:r>
              <a:rPr lang="zh-CN" altLang="en-US" dirty="0"/>
              <a:t>权限下安装到</a:t>
            </a:r>
            <a:r>
              <a:rPr lang="en-US" altLang="zh-CN" dirty="0"/>
              <a:t>PYNQ</a:t>
            </a:r>
            <a:r>
              <a:rPr lang="zh-CN" altLang="en-US"/>
              <a:t>环境中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30A1BAB-CF5A-4BFD-87F2-0888F330C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A2F08FD-EF25-4BD7-8A7B-88FA48E00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准备工作</a:t>
            </a:r>
          </a:p>
        </p:txBody>
      </p:sp>
    </p:spTree>
    <p:extLst>
      <p:ext uri="{BB962C8B-B14F-4D97-AF65-F5344CB8AC3E}">
        <p14:creationId xmlns:p14="http://schemas.microsoft.com/office/powerpoint/2010/main" val="780444987"/>
      </p:ext>
    </p:extLst>
  </p:cSld>
  <p:clrMapOvr>
    <a:masterClrMapping/>
  </p:clrMapOvr>
</p:sld>
</file>

<file path=ppt/theme/theme1.xml><?xml version="1.0" encoding="utf-8"?>
<a:theme xmlns:a="http://schemas.openxmlformats.org/drawingml/2006/main" name="1_Xilinx_All_Programmable_Template_08-01-12">
  <a:themeElements>
    <a:clrScheme name="Xilinx All Programmable">
      <a:dk1>
        <a:srgbClr val="000000"/>
      </a:dk1>
      <a:lt1>
        <a:srgbClr val="FFFFFF"/>
      </a:lt1>
      <a:dk2>
        <a:srgbClr val="EC891D"/>
      </a:dk2>
      <a:lt2>
        <a:srgbClr val="EE3424"/>
      </a:lt2>
      <a:accent1>
        <a:srgbClr val="008CA8"/>
      </a:accent1>
      <a:accent2>
        <a:srgbClr val="B20838"/>
      </a:accent2>
      <a:accent3>
        <a:srgbClr val="6D7076"/>
      </a:accent3>
      <a:accent4>
        <a:srgbClr val="3F3F3F"/>
      </a:accent4>
      <a:accent5>
        <a:srgbClr val="D9DA56"/>
      </a:accent5>
      <a:accent6>
        <a:srgbClr val="8B8D09"/>
      </a:accent6>
      <a:hlink>
        <a:srgbClr val="008CA8"/>
      </a:hlink>
      <a:folHlink>
        <a:srgbClr val="004654"/>
      </a:folHlink>
    </a:clrScheme>
    <a:fontScheme name="Xilinx Template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762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rgbClr val="000000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0" tIns="45720" rIns="91440" bIns="45720" numCol="1" anchor="t" anchorCtr="0" compatLnSpc="1">
        <a:prstTxWarp prst="textNoShape">
          <a:avLst/>
        </a:prstTxWarp>
      </a:bodyPr>
      <a:lstStyle>
        <a:defPPr>
          <a:lnSpc>
            <a:spcPct val="100000"/>
          </a:lnSpc>
          <a:defRPr kern="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>
    <a:extraClrScheme>
      <a:clrScheme name="Xilinx Template_light 1">
        <a:dk1>
          <a:srgbClr val="000000"/>
        </a:dk1>
        <a:lt1>
          <a:srgbClr val="FFFFFF"/>
        </a:lt1>
        <a:dk2>
          <a:srgbClr val="008CA8"/>
        </a:dk2>
        <a:lt2>
          <a:srgbClr val="EE3424"/>
        </a:lt2>
        <a:accent1>
          <a:srgbClr val="EC891D"/>
        </a:accent1>
        <a:accent2>
          <a:srgbClr val="B20838"/>
        </a:accent2>
        <a:accent3>
          <a:srgbClr val="FFFFFF"/>
        </a:accent3>
        <a:accent4>
          <a:srgbClr val="000000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ilinx Template_light 2">
        <a:dk1>
          <a:srgbClr val="EE3423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ilinx Template_light 3">
        <a:dk1>
          <a:srgbClr val="EE3424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4_3.pptx" id="{FB044881-3FB6-4783-B698-BD6A32671889}" vid="{BA976BFF-C6DA-4068-8A06-B89547FD2B0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_3.pptx" id="{FB044881-3FB6-4783-B698-BD6A32671889}" vid="{DDF34581-1240-48DF-A86D-D243C9D7A227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OVS_Performance</Template>
  <TotalTime>0</TotalTime>
  <Words>72</Words>
  <Application>Microsoft Office PowerPoint</Application>
  <PresentationFormat>全屏显示(4:3)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Arial</vt:lpstr>
      <vt:lpstr>Calibri</vt:lpstr>
      <vt:lpstr>Calibri Light</vt:lpstr>
      <vt:lpstr>Wingdings</vt:lpstr>
      <vt:lpstr>1_Xilinx_All_Programmable_Template_08-01-12</vt:lpstr>
      <vt:lpstr>Custom Design</vt:lpstr>
      <vt:lpstr>准备工作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Public</cp:keywords>
  <cp:lastModifiedBy/>
  <cp:revision>1</cp:revision>
  <dcterms:created xsi:type="dcterms:W3CDTF">2016-07-12T23:13:10Z</dcterms:created>
  <dcterms:modified xsi:type="dcterms:W3CDTF">2018-05-26T05:03:05Z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65ccfe23-579e-4fb9-bbd6-21bbb73c821d</vt:lpwstr>
  </property>
  <property fmtid="{D5CDD505-2E9C-101B-9397-08002B2CF9AE}" pid="3" name="TITUSCustom1">
    <vt:lpwstr>1</vt:lpwstr>
  </property>
  <property fmtid="{D5CDD505-2E9C-101B-9397-08002B2CF9AE}" pid="4" name="XilinxClassification">
    <vt:lpwstr>Public</vt:lpwstr>
  </property>
  <property fmtid="{D5CDD505-2E9C-101B-9397-08002B2CF9AE}" pid="5" name="XilinxVisual Markings">
    <vt:lpwstr>Yes</vt:lpwstr>
  </property>
  <property fmtid="{D5CDD505-2E9C-101B-9397-08002B2CF9AE}" pid="6" name="XilinxPublication Year">
    <vt:lpwstr>2017</vt:lpwstr>
  </property>
  <property fmtid="{D5CDD505-2E9C-101B-9397-08002B2CF9AE}" pid="7" name="XilinxRemoveLegacyFooters">
    <vt:lpwstr>Yes</vt:lpwstr>
  </property>
  <property fmtid="{D5CDD505-2E9C-101B-9397-08002B2CF9AE}" pid="8" name="VisualMarkings">
    <vt:lpwstr>Yes</vt:lpwstr>
  </property>
  <property fmtid="{D5CDD505-2E9C-101B-9397-08002B2CF9AE}" pid="9" name="PublicationYear">
    <vt:lpwstr>2018</vt:lpwstr>
  </property>
</Properties>
</file>
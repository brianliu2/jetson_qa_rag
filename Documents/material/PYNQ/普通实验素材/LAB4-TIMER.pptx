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4" r:id="rId2"/>
    <p:sldId id="264" r:id="rId3"/>
    <p:sldId id="378" r:id="rId4"/>
    <p:sldId id="37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F5D3A-71B0-4043-9326-99066638E23B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9C234-1405-421D-A6FD-0AB15F6662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A09BB-4324-4A13-A24F-1208BC3908B1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95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625" y="186431"/>
            <a:ext cx="8661400" cy="843857"/>
          </a:xfrm>
        </p:spPr>
        <p:txBody>
          <a:bodyPr/>
          <a:lstStyle>
            <a:lvl1pPr>
              <a:defRPr kumimoji="1" lang="zh-CN" altLang="en-US" sz="4800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784976" cy="5461000"/>
          </a:xfrm>
        </p:spPr>
        <p:txBody>
          <a:bodyPr/>
          <a:lstStyle>
            <a:lvl1pPr>
              <a:defRPr kumimoji="1" lang="zh-CN" altLang="en-US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20725" indent="-363538">
              <a:defRPr kumimoji="1" lang="zh-CN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9013" indent="-268288">
              <a:defRPr kumimoji="1" lang="zh-CN" altLang="en-US" sz="2400" b="1" kern="1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55713" indent="-266700">
              <a:defRPr kumimoji="1" lang="zh-CN" altLang="en-US" sz="2200" b="1" kern="12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363662" indent="-285750">
              <a:defRPr kumimoji="1" lang="zh-CN" altLang="en-US" sz="2000" b="1" kern="12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marL="1346200" lvl="4" indent="-268288" algn="l" rtl="0" eaLnBrk="1" fontAlgn="base" hangingPunct="1">
              <a:spcBef>
                <a:spcPts val="300"/>
              </a:spcBef>
              <a:spcAft>
                <a:spcPct val="0"/>
              </a:spcAft>
              <a:buChar char="»"/>
            </a:pPr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288" y="6480720"/>
            <a:ext cx="1905000" cy="332656"/>
          </a:xfrm>
          <a:ln/>
        </p:spPr>
        <p:txBody>
          <a:bodyPr/>
          <a:lstStyle>
            <a:lvl1pPr algn="r">
              <a:defRPr b="1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4019550" y="6400800"/>
            <a:ext cx="1056506" cy="457200"/>
          </a:xfrm>
          <a:ln/>
        </p:spPr>
        <p:txBody>
          <a:bodyPr/>
          <a:lstStyle>
            <a:lvl1pPr>
              <a:defRPr/>
            </a:lvl1pPr>
          </a:lstStyle>
          <a:p>
            <a:fld id="{C7A3D9F6-1626-4B9B-B9EB-05FC79E1D0FA}" type="datetime1">
              <a:rPr lang="zh-CN" altLang="en-US" smtClean="0"/>
              <a:t>2023/3/9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41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D31F8-2FA6-48D0-AFC1-CDA5B98D804B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6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1925" y="1041400"/>
            <a:ext cx="4071938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86263" y="1041400"/>
            <a:ext cx="4071937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10C510-ACC4-4B15-A1D1-D7205F69FFD4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1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AD904-AEEB-4413-B890-833EF94ACFE0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14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BE6EB-B6DB-4890-B6A4-D933405C05F8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6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77D5D-8E8D-4A4C-8A1E-60BA7CDC06C5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0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2AFF42-72AB-4F2E-8547-E98C110E934F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E6BC8-6535-4DDD-AC36-D9C12733259D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96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992" y="187202"/>
            <a:ext cx="8661400" cy="75383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9BB7-12C1-41AD-8FC6-FDC89DD8532D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2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8138" y="0"/>
            <a:ext cx="2174875" cy="6502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1925" y="0"/>
            <a:ext cx="6373813" cy="6502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DBD9A-CFA1-4DDB-A942-CAA34CC0AA41}" type="datetime1">
              <a:rPr lang="zh-CN" altLang="en-US" smtClean="0"/>
              <a:t>2023/3/9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625" y="98425"/>
            <a:ext cx="86614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528" y="6370354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5404" y="6453335"/>
            <a:ext cx="1905000" cy="36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635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19550" y="6521450"/>
            <a:ext cx="1128514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AEA2CBAF-CFD0-47B9-A6B5-5AD6E14BAC08}" type="datetime1">
              <a:rPr lang="zh-CN" altLang="en-US" smtClean="0"/>
              <a:t>2023/3/9</a:t>
            </a:fld>
            <a:endParaRPr lang="zh-CN" altLang="en-US" dirty="0"/>
          </a:p>
        </p:txBody>
      </p:sp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0" y="0"/>
            <a:ext cx="3286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东南大学研究生课程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嵌入式系统</a:t>
            </a:r>
          </a:p>
        </p:txBody>
      </p:sp>
      <p:pic>
        <p:nvPicPr>
          <p:cNvPr id="1026" name="Picture 10" descr="head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0" y="0"/>
            <a:ext cx="330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25" y="1041400"/>
            <a:ext cx="8658547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5400" b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692696"/>
            <a:ext cx="5976664" cy="1008112"/>
          </a:xfrm>
        </p:spPr>
        <p:txBody>
          <a:bodyPr/>
          <a:lstStyle/>
          <a:p>
            <a:pPr algn="l"/>
            <a:r>
              <a:rPr lang="zh-CN" altLang="en-US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+mn-cs"/>
              </a:rPr>
              <a:t>嵌入式系统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6" y="1844824"/>
            <a:ext cx="9001000" cy="1728192"/>
          </a:xfrm>
        </p:spPr>
        <p:txBody>
          <a:bodyPr/>
          <a:lstStyle/>
          <a:p>
            <a:r>
              <a:rPr lang="en-US" altLang="zh-CN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Lab 4 </a:t>
            </a:r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定时器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3D22F41-833D-4619-B280-CEDA5D2E19BF}" type="datetime1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7" name="副标题 2"/>
          <p:cNvSpPr txBox="1">
            <a:spLocks/>
          </p:cNvSpPr>
          <p:nvPr/>
        </p:nvSpPr>
        <p:spPr bwMode="auto">
          <a:xfrm>
            <a:off x="1371600" y="4065438"/>
            <a:ext cx="6400800" cy="2459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主讲：杨全胜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东南大学计算机科学与工程学院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计算机系统结构研究室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731" y="5373215"/>
            <a:ext cx="1062607" cy="1044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学会</a:t>
            </a:r>
            <a:r>
              <a:rPr lang="en-US" altLang="zh-CN" dirty="0" err="1"/>
              <a:t>Zynq</a:t>
            </a:r>
            <a:r>
              <a:rPr lang="zh-CN" altLang="en-US" dirty="0"/>
              <a:t>中定时器中断的使用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22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4-1 </a:t>
            </a:r>
            <a:r>
              <a:rPr lang="zh-CN" altLang="en-US" sz="4400" dirty="0"/>
              <a:t>时钟中断（自主实验）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通过参考书等资源自学</a:t>
            </a:r>
            <a:r>
              <a:rPr lang="en-US" altLang="zh-CN" sz="2400" dirty="0" err="1"/>
              <a:t>Zynq</a:t>
            </a:r>
            <a:r>
              <a:rPr lang="zh-CN" altLang="en-US" sz="2400" dirty="0"/>
              <a:t>的定时器，利用定时器产生每秒一次的中断，中断中做以下三件事。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对初始值为</a:t>
            </a:r>
            <a:r>
              <a:rPr lang="en-US" altLang="zh-CN" sz="2400" dirty="0"/>
              <a:t>0</a:t>
            </a:r>
            <a:r>
              <a:rPr lang="zh-CN" altLang="en-US" sz="2400" dirty="0"/>
              <a:t>的变量</a:t>
            </a:r>
            <a:r>
              <a:rPr lang="en-US" altLang="zh-CN" sz="2400" dirty="0"/>
              <a:t>VAL</a:t>
            </a:r>
            <a:r>
              <a:rPr lang="zh-CN" altLang="en-US" sz="2400" dirty="0"/>
              <a:t>加</a:t>
            </a:r>
            <a:r>
              <a:rPr lang="en-US" altLang="zh-CN" sz="2400" dirty="0"/>
              <a:t>1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向</a:t>
            </a:r>
            <a:r>
              <a:rPr lang="en-US" altLang="zh-CN" sz="2400" dirty="0"/>
              <a:t>EES-363DP</a:t>
            </a:r>
            <a:r>
              <a:rPr lang="zh-CN" altLang="en-US" sz="2400" dirty="0"/>
              <a:t>的</a:t>
            </a:r>
            <a:r>
              <a:rPr lang="en-US" altLang="zh-CN" sz="2400" dirty="0"/>
              <a:t>LD8~LD1</a:t>
            </a:r>
            <a:r>
              <a:rPr lang="zh-CN" altLang="en-US" sz="2400" dirty="0"/>
              <a:t>中输出</a:t>
            </a:r>
            <a:r>
              <a:rPr lang="en-US" altLang="zh-CN" sz="2400" dirty="0"/>
              <a:t>VAL</a:t>
            </a:r>
            <a:r>
              <a:rPr lang="zh-CN" altLang="en-US" sz="2400" dirty="0"/>
              <a:t>的值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向串口输出</a:t>
            </a:r>
            <a:r>
              <a:rPr lang="en-US" altLang="zh-CN" sz="2400" dirty="0"/>
              <a:t>VAL</a:t>
            </a:r>
            <a:r>
              <a:rPr lang="zh-CN" altLang="en-US" sz="2400" dirty="0"/>
              <a:t>的值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59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4-2 </a:t>
            </a:r>
            <a:r>
              <a:rPr lang="zh-CN" altLang="en-US" sz="4400" dirty="0"/>
              <a:t>精准延时函数（自主实验）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通过参考书等资源自学</a:t>
            </a:r>
            <a:r>
              <a:rPr lang="en-US" altLang="zh-CN" sz="2400" dirty="0" err="1"/>
              <a:t>Zynq</a:t>
            </a:r>
            <a:r>
              <a:rPr lang="zh-CN" altLang="en-US" sz="2400" dirty="0"/>
              <a:t>的定时器，利用</a:t>
            </a:r>
            <a:r>
              <a:rPr lang="zh-CN" altLang="en-US" sz="2400" u="sng" dirty="0">
                <a:solidFill>
                  <a:srgbClr val="C00000"/>
                </a:solidFill>
              </a:rPr>
              <a:t>全局定时器</a:t>
            </a:r>
            <a:r>
              <a:rPr lang="zh-CN" altLang="en-US" sz="2400" dirty="0"/>
              <a:t>实现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一个秒精准延时函数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sleep(unsigned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seconds)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一个微秒精准延时函数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ussleep</a:t>
            </a:r>
            <a:r>
              <a:rPr lang="en-US" altLang="zh-CN" sz="2000" dirty="0"/>
              <a:t>(unsigned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usseconds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spcBef>
                <a:spcPts val="300"/>
              </a:spcBef>
            </a:pPr>
            <a:r>
              <a:rPr lang="zh-CN" altLang="en-US" sz="2800" dirty="0"/>
              <a:t>要求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调用该两个函数时，时间到则函数退出，否则等待</a:t>
            </a:r>
            <a:endParaRPr lang="en-US" altLang="zh-CN" sz="2400" dirty="0"/>
          </a:p>
          <a:p>
            <a:pPr>
              <a:spcBef>
                <a:spcPts val="300"/>
              </a:spcBef>
            </a:pPr>
            <a:r>
              <a:rPr lang="zh-CN" altLang="en-US" sz="2800" dirty="0"/>
              <a:t>提示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en-US" altLang="zh-CN" sz="2400" dirty="0"/>
              <a:t>PYNQ-Z2</a:t>
            </a:r>
            <a:r>
              <a:rPr lang="zh-CN" altLang="en-US" sz="2400" dirty="0"/>
              <a:t>板上的</a:t>
            </a:r>
            <a:r>
              <a:rPr lang="en-US" altLang="zh-CN" sz="2400" dirty="0"/>
              <a:t>PS</a:t>
            </a:r>
            <a:r>
              <a:rPr lang="zh-CN" altLang="en-US" sz="2400" dirty="0"/>
              <a:t>时钟是</a:t>
            </a:r>
            <a:r>
              <a:rPr lang="en-US" altLang="zh-CN" sz="2400" dirty="0" err="1"/>
              <a:t>33.33MHz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充分利用好全局定时器计数器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575106"/>
      </p:ext>
    </p:extLst>
  </p:cSld>
  <p:clrMapOvr>
    <a:masterClrMapping/>
  </p:clrMapOvr>
</p:sld>
</file>

<file path=ppt/theme/theme1.xml><?xml version="1.0" encoding="utf-8"?>
<a:theme xmlns:a="http://schemas.openxmlformats.org/drawingml/2006/main" name="第十章  VHDL语言">
  <a:themeElements>
    <a:clrScheme name="第十章  VHDL语言 9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66"/>
      </a:hlink>
      <a:folHlink>
        <a:srgbClr val="0000CC"/>
      </a:folHlink>
    </a:clrScheme>
    <a:fontScheme name="第十章  VHDL语言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第十章  VHDL语言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十章  VHDL语言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8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66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计算机系统综合课程设计1-课程简介</Template>
  <TotalTime>7668</TotalTime>
  <Words>185</Words>
  <Application>Microsoft Office PowerPoint</Application>
  <PresentationFormat>全屏显示(4:3)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仿宋</vt:lpstr>
      <vt:lpstr>黑体</vt:lpstr>
      <vt:lpstr>华文新魏</vt:lpstr>
      <vt:lpstr>楷体</vt:lpstr>
      <vt:lpstr>楷体_GB2312</vt:lpstr>
      <vt:lpstr>隶书</vt:lpstr>
      <vt:lpstr>Calibri</vt:lpstr>
      <vt:lpstr>Times New Roman</vt:lpstr>
      <vt:lpstr>Wingdings</vt:lpstr>
      <vt:lpstr>第十章  VHDL语言</vt:lpstr>
      <vt:lpstr>嵌入式系统</vt:lpstr>
      <vt:lpstr>实验目的</vt:lpstr>
      <vt:lpstr>实验4-1 时钟中断（自主实验）</vt:lpstr>
      <vt:lpstr>实验4-2 精准延时函数（自主实验）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</dc:title>
  <dc:creator>hp</dc:creator>
  <cp:lastModifiedBy>马 嘉南</cp:lastModifiedBy>
  <cp:revision>320</cp:revision>
  <dcterms:created xsi:type="dcterms:W3CDTF">2019-01-23T09:45:20Z</dcterms:created>
  <dcterms:modified xsi:type="dcterms:W3CDTF">2023-03-09T09:08:10Z</dcterms:modified>
</cp:coreProperties>
</file>